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CENGEOMETRY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881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how centriole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responds to perturbation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and mechanical model of the centriole cross-section, built from cryo-ET measurements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hypothesis-generating model — not a physics simulation. See the final slide for what it is not.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centriole is a ring of microtubule triplets held around a central cartwheel. Every part is connected to every other part, so nothing can change alone.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70048"/>
            <a:ext cx="384048" cy="384048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2468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SAS-6 mutation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43400" y="2468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cartwheel symmetry from 9-fold to 8-fold. What happens to the triplets?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95928"/>
            <a:ext cx="384048" cy="384048"/>
          </a:xfrm>
          <a:prstGeom prst="ellipse">
            <a:avLst/>
          </a:prstGeom>
          <a:solidFill>
            <a:srgbClr val="2FA8A8"/>
          </a:solidFill>
          <a:ln w="12700">
            <a:solidFill>
              <a:srgbClr val="2F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3794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coiled-coil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43400" y="37947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the ring outward. Does the structure still close, and at what cost?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321808"/>
            <a:ext cx="384048" cy="384048"/>
          </a:xfrm>
          <a:prstGeom prst="ellipse">
            <a:avLst/>
          </a:prstGeom>
          <a:solidFill>
            <a:srgbClr val="5C7A45"/>
          </a:solidFill>
          <a:ln w="12700">
            <a:solidFill>
              <a:srgbClr val="5C7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5120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C-tubule lost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43400" y="51206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doublets instead of triplets. Is that geometrically viable?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these by intuition is unreliable — the constraints are geometric and they interact.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a linkage, not a drawing</a:t>
            </a:r>
            <a:endParaRPr lang="en-US" sz="3400" dirty="0"/>
          </a:p>
        </p:txBody>
      </p:sp>
      <p:pic>
        <p:nvPicPr>
          <p:cNvPr id="4" name="Image 0" descr="/Users/hatzopou/Dropbox/MyDocs/Scripts/CenGeom/presentations/figs/d_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6634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801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repeating unit is a set of rigid bodies joined by connections that can rotate: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3232" y="2029968"/>
            <a:ext cx="182880" cy="182880"/>
          </a:xfrm>
          <a:prstGeom prst="ellipse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965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SAS-6 head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29000" y="1965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hub 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" y="2633472"/>
            <a:ext cx="182880" cy="182880"/>
          </a:xfrm>
          <a:prstGeom prst="ellipse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25694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Coiled-coil spoke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29000" y="2569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at rest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3232" y="3236976"/>
            <a:ext cx="182880" cy="1828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1729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Pinhead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29000" y="31729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grips A-tubule protofilaments 3 &amp; 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" y="3840480"/>
            <a:ext cx="182880" cy="182880"/>
          </a:xfrm>
          <a:prstGeom prst="ellipse">
            <a:avLst/>
          </a:prstGeom>
          <a:solidFill>
            <a:srgbClr val="8A8F98"/>
          </a:solidFill>
          <a:ln w="12700">
            <a:solidFill>
              <a:srgbClr val="8A8F9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37764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triplet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29000" y="3776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C, one rigid body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3232" y="4443984"/>
            <a:ext cx="182880" cy="182880"/>
          </a:xfrm>
          <a:prstGeom prst="ellipse">
            <a:avLst/>
          </a:prstGeom>
          <a:solidFill>
            <a:srgbClr val="5C7A45"/>
          </a:solidFill>
          <a:ln w="12700">
            <a:solidFill>
              <a:srgbClr val="5C7A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379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base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29000" y="4379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to the linker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13232" y="5047488"/>
            <a:ext cx="182880" cy="182880"/>
          </a:xfrm>
          <a:prstGeom prst="ellipse">
            <a:avLst/>
          </a:prstGeom>
          <a:solidFill>
            <a:srgbClr val="2FA8A8"/>
          </a:solidFill>
          <a:ln w="12700">
            <a:solidFill>
              <a:srgbClr val="2FA8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983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A-C linker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29000" y="49834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next triplet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715000"/>
            <a:ext cx="5989320" cy="777240"/>
          </a:xfrm>
          <a:prstGeom prst="roundRect">
            <a:avLst>
              <a:gd name="adj" fmla="val 9412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583387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units must close into a ring, changing one part forces the others to adapt. The model finds the least-strained arrangement that still fits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dimension is measured, not estimated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a cryo-ET-derived schematic by a re-runnable script, calibrated against its 500 Å scale bar (4.132 Å per unit).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423160"/>
                <a:gridCol w="3017520"/>
                <a:gridCol w="2423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SAS-6 dimer (total)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Tubule radius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· 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A→B spacing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· coiled coil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B→C spacing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Pinhead span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 axis vs spoke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−56.9°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Protofilament pitch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A-C linker arms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 / 11.6 nm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vertex angle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138.7°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30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exception, stated plainly: the SAS-6 head-head spacing cannot be read off the drawing (its centre is ambiguous), so it is fitted as the value that lets the measured unit close with least strain.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the measurement revealed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2FA8A8"/>
          </a:solidFill>
          <a:ln w="12700">
            <a:solidFill>
              <a:srgbClr val="2F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and C tubules share the A-tubule's lattice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3042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9 protofilaments each — but at the same ~27.7° pitch as A's 13, i.e. 360/13, not 360/9. All three tubules sit on one lattice; B and C simply stop short, leaving ~138° open where each fuses inward.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069080"/>
            <a:ext cx="457200" cy="457200"/>
          </a:xfrm>
          <a:prstGeom prst="ellipse">
            <a:avLst/>
          </a:prstGeom>
          <a:solidFill>
            <a:srgbClr val="5C7A45"/>
          </a:solidFill>
          <a:ln w="12700">
            <a:solidFill>
              <a:srgbClr val="5C7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40416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A-C linker is bent, not straight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45902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arms of 14.6 nm (to the C-tubule) and 11.6 nm (to the neighbouring A-tubule), meeting at 138.7°. The triplet base attaches at that vertex. A straight linker would not reproduce the geometry.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was assumed — both fell out of measuring the schematic properly.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DECIDES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mechanical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420624" cy="420624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stretches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042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have fixed length. Under compression they may buckle — bow so the ends come closer — but never extend.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755648"/>
            <a:ext cx="420624" cy="420624"/>
          </a:xfrm>
          <a:prstGeom prst="ellipse">
            <a:avLst/>
          </a:prstGeom>
          <a:solidFill>
            <a:srgbClr val="2FA8A8"/>
          </a:solidFill>
          <a:ln w="12700">
            <a:solidFill>
              <a:srgbClr val="2F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Bonds have strengths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3042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is a spring stiffened by its bond strength, so weak bonds yield first and load distribution is a result, not an assumption.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041648"/>
            <a:ext cx="420624" cy="420624"/>
          </a:xfrm>
          <a:prstGeom prst="ellipse">
            <a:avLst/>
          </a:prstGeom>
          <a:solidFill>
            <a:srgbClr val="5C7A45"/>
          </a:solidFill>
          <a:ln w="12700">
            <a:solidFill>
              <a:srgbClr val="5C7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Joints have individual limits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5902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rotation means different things at a 45 nm spoke and a 13 nm linker arm. Each is graded against its own thresholds.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4041648"/>
            <a:ext cx="420624" cy="420624"/>
          </a:xfrm>
          <a:prstGeom prst="ellipse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D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Connections cannot separate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590288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body is built onto the one that feeds it, so a connection point holds exactly — by construction, not by penalty.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OK  ·  HARD  ·  SEVERE — assumed tolerances, not feasibility verdicts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STRAIN IS GRADED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joint has its own tolerance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rotation means different things at different connections. 15° at the base of the 45 nm spoke moves its tip 11.6 nm — a whole tubule radius — while the same angle at a 13 nm linker arm moves it 3.4 nm. So each is graded against its own limits.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188720"/>
                <a:gridCol w="109728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/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to A-tubule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8–20°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grips a rigid, ordered lattice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Linker to C-tubule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8–20°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lattice, slightly weaker bond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Pinhead to A-tubule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10–22°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22°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lattice contact, larger footprint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 vs radial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15–35°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35°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SAS-6 rings stack axially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Pinhead vs spoke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multi-protein, three contacts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 axis vs spoke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composite, not one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vs spoke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to reorient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949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5321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E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assumed tolerances, NOT verdicts on feasibility. The values were reasoned, not measured. A SAS-6 spoke shortened by 17 nm builds real centrioles, yet the model grades its linker contacts SEVERE while reporting zero clashes and a perfectly buildable geometry. Read them as “how far from wild type” and judge from the geometry itself.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was never told 9-fold is special</a:t>
            </a:r>
            <a:endParaRPr lang="en-US" sz="3400" dirty="0"/>
          </a:p>
        </p:txBody>
      </p:sp>
      <p:pic>
        <p:nvPicPr>
          <p:cNvPr id="4" name="Image 0" descr="/Users/hatzopou/Dropbox/MyDocs/Scripts/CenGeom/presentations/figs/d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9436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3258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each parameter independently, the measured wild-type value sits at a strain minimum every time: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194560"/>
          <a:ext cx="47091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234440"/>
                <a:gridCol w="1143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SAS-6 coiled coil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A-tubule protofilaments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Tubules per blade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0" y="470916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59168" y="486460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Wild-type diameter comes out at 255 nm, against roughly 250 nm measured in real centrioles — and diameter was never fitted.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5257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rises steeply either side of 9: 11.1° at 8-fold, 9.1° at 10-fold, against 1.3° at 9.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tells you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rotation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each connection had to turn, graded OK / HARD / SEVERE against its own limits (assumed tolerances, not feasibility)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connection carries most strain — i.e. which would rupture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segments were forced to bow because space became tight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Microtubules overlapping in space. Anything above zero is physically impossible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close the linker, base or spoke passes to a microtubule; negative means passing through 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Outer, A-tubule ring, and lumen, in nm — directly comparable to EM measurements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Unattached triplets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Triplets the cartwheel could not reach — expected when the two symmetries differ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grades comparatively — mutant against wild type — rather than as absolute verdicts.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prediction: symmetry mismatch</a:t>
            </a:r>
            <a:endParaRPr lang="en-US" sz="3400" dirty="0"/>
          </a:p>
        </p:txBody>
      </p:sp>
      <p:pic>
        <p:nvPicPr>
          <p:cNvPr id="4" name="Image 0" descr="/Users/hatzopou/Dropbox/MyDocs/Scripts/CenGeom/presentations/figs/d_mis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1556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3492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486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SAS-6 makes an 8-fold cartwheel but nine triplets are still built, the model predicts the triplet ring keeps wild-type spacing and diameter (255 nm, unchanged) while the cartwheel absorbs the entire mismatch — spokes strained to HARD, one triplet left with no pinhead at all. A fully 8-fold centriole instead shrinks to 233 nm.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it takes no coding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420624" cy="420624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36192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launcher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1609344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everything up the first time and opens in your browser.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926080"/>
            <a:ext cx="420624" cy="420624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6192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tab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2779776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parameter; the geometry redraws with every metric.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096512"/>
            <a:ext cx="420624" cy="420624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36192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scan tab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6320" y="39502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one parameter; all metrics plotted, with cross-sections and a wild-type reference.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7433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5266944"/>
            <a:ext cx="420624" cy="420624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266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36192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scan tab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4632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any two — e.g. coiled-coil length against symmetry — as heatmaps or curves.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symmetry, typed boxes for every distance, and CSV download on every scan.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is not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72768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27632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physics simulation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349240" y="1627632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geometric and mechanical model for generating hypotheses. Bond strengths are a rank ordering, not measured energies.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78024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3288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joint thresholds are reasoned, not measured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49240" y="2532888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sub-tomogram angular variance was available to calibrate OK / HARD / SEVERE. Their rank ordering is defensible; the absolute numbers are not.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438144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single 2D cross-section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49240" y="3438144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centriole twists along its length. Anything longitudinal is outside its scope.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88536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43400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are not feasibility verdicts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49240" y="4343400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tolerances were reasoned, not measured. Structures assemble in conditions graded SEVERE.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193792"/>
            <a:ext cx="10515600" cy="786384"/>
          </a:xfrm>
          <a:prstGeom prst="roundRect">
            <a:avLst>
              <a:gd name="adj" fmla="val 6977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248656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rests on one schematic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349240" y="5248656"/>
            <a:ext cx="5760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Protofilament positions carry about 2° (~0.4 nm) of reading noise, which sets the precision floor.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within those limits, it answers a question intuition cannot: given everything is connected, what has to give?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CenGeometry</dc:creator>
  <cp:lastModifiedBy>CenGeometry</cp:lastModifiedBy>
  <cp:revision>1</cp:revision>
  <dcterms:created xsi:type="dcterms:W3CDTF">2026-07-30T14:09:42Z</dcterms:created>
  <dcterms:modified xsi:type="dcterms:W3CDTF">2026-07-30T14:09:42Z</dcterms:modified>
</cp:coreProperties>
</file>