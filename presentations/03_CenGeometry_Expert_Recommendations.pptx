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REVIEW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8813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take this model,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what to ask it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improvements, published knowledge worth building in, and six testable predictions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below were drawn from the project's own literature notes. Each should be checked against the source before use in a manuscript.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in one slide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36192"/>
            <a:ext cx="10378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geometrically careful, honestly documented model whose main weakness is not its mechanics but its evidence base: one calibration source, invented thresholds, ordinal bond strengths, and a validation that is largely internal. The mechanics are ready for more than the calibration currently supports.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3063240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use now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predictions, feasibility screening, hypothesis generation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06324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work first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7720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forces, fluctuation amplitudes, anything longitudinal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3296" y="2834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411480" cy="4114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39328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9328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single highest-value fix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39328" y="4114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against data not used in calibration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tool's own documentation already identifies most of these. The recommendation is to act on them in order of leverage.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 — Improvements, by value for effort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743200"/>
                <a:gridCol w="630936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unlocks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Hold-out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the circularity. Predict a system never used in calibration, then measure it. Without this, no result is independently supported.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 from sub-tomogram variance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OK / HARD / SEVERE from reasoned guesses into measured tolerances. The observed particle-to-particle spread IS the OK band.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energies in kT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Enables forces, rupture predictions and fluctuation amplitudes. Explicitly the blocker that killed the soft-mode analysis.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2.5D stack of coupled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cross-sections at fixed axial spacing with a twist increment. Reaches longitudinal questions at a fraction of full-3D cost.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 propagation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Resample inputs within their ~0.4 nm noise and report output ranges instead of point estimates.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every conclusion both ways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spoke-pivot switch already exists. Any result that flips when the spoke is held radial is being carried by that assumption, not by the data. Free to run.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Per-state geometries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Procentriole, distal cartwheel-free region, Chlamydomonas and Trichonympha as their own calibrations, not perturbations of one mature human slice.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5 and 5b first — both are cheap and immediately make every other number more honest. Then 2, then 1.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 — Published knowledge worth building 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764792"/>
            <a:ext cx="310896" cy="310896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463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Stage-resolved ring diameters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617720" y="1481328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U-ExM measurements give PLK4 77, SAS-6 75, STIL 89, CPAP 120 and CEP135 85 nm. These are direct calibration targets for assembly-stage geometries, and CEP135 spanning 85→182 nm across assembly bounds how far the triplet base can reach.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15184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008376"/>
            <a:ext cx="310896" cy="310896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706624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identity per element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2724912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real proteins to each modelled body — CEP135 to the triplet base, SAS-6 to hub and spoke — lets mutant data enter as constraints and makes every prediction addressable by a specific reagent.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58768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251960"/>
            <a:ext cx="310896" cy="310896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9502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C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A-C linker as an integrity determinant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17720" y="3968496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 is reported to control centriole structural integrity and duplication. The model independently makes it the load-bearing element, so published linker mutants are a ready-made validation set.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102352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495544"/>
            <a:ext cx="310896" cy="310896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7320" y="51937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B8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mutant phenotypes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617720" y="5212080"/>
            <a:ext cx="6720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documented symmetry or length mutant with a measured diameter is a free hold-out test. This is the cheapest available route to non-circular validation.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source directly before citing — these were taken from the project's working notes, not from the papers.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C — Six testable questions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making non-obvious predictions that could plausibly be wrong. A prediction that restates a known fact is not a test.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2057400"/>
          </a:xfrm>
          <a:prstGeom prst="roundRect">
            <a:avLst>
              <a:gd name="adj" fmla="val 355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84248"/>
            <a:ext cx="475488" cy="475488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72768" y="194767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triplet ring or the cartwheel absorb a symmetry mismatch?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38658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An 8-fold cartwheel with 9 triplets keeps wild-type diameter (256 nm, versus 233 nm if the whole centriole were 8-fold), leaves 1 triplet with no pinhead, and swings the spoke 20.9° while triplets turn 10.3°.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72768" y="2971800"/>
            <a:ext cx="9692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A SAS-6 mutant with altered cartwheel symmetry; cryo-ET; measure diameter and count spoke-to-triplet attachments.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572768" y="3410712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IF  diameter falls toward 233 nm, i.e. the triplet ring follows the cartwheel instead of resisting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881360" cy="2057400"/>
          </a:xfrm>
          <a:prstGeom prst="roundRect">
            <a:avLst>
              <a:gd name="adj" fmla="val 355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224528"/>
            <a:ext cx="475488" cy="475488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72768" y="4187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connection fails first under stress?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72768" y="462686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The triplet-base-to-A-C-linker junction carries the highest load in every perturbation tested — the weakest bond yields first, ahead of the linker-to-tubule contacts.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572768" y="5212080"/>
            <a:ext cx="9692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Graded depletion or point mutation of each junction; look for which linkage is lost first, or which is most disordered in sub-tomogram averages of stressed centrioles.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572768" y="5650992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IF  a tubule contact fails before the base-linker junction.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Testable questions, continued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5179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 doublet centriole a shrunken triplet centriole?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54480" y="19202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Removing the C-tubule collapses diameter from 255 to 207 nm — a 48 nm drop — and raises joint strain from 1.4° to 21.2°, i.e. doublets are strongly disfavoured rather than merely smaller.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554480" y="24231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Measure diameter in systems with native doublets, or after C-tubule loss.  FALSIFIED IF  doublet diameter is close to triplet diameter.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35808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18688"/>
            <a:ext cx="457200" cy="45720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318211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5B8D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protofilament number set centriole diameter?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54480" y="358444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The viable window is narrow and 13 sits inside it. Diameter is NOT monotonic — 130 nm at 9, 255 at 13, 267 at 15, back to 253 at 18 — and only 13 and 15 give a geometry with no microtubule clashes AND every contact reachable. 9, 11 and 18 all fail sterically.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554480" y="40873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Compare species or mutants with non-canonical protofilament numbers.  FALSIFIED IF  a clash-free centriole is found at 9 or 18 protofilaments, or diameter tracks protofilament count monotonically.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10881360" cy="1481328"/>
          </a:xfrm>
          <a:prstGeom prst="roundRect">
            <a:avLst>
              <a:gd name="adj" fmla="val 4938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882896"/>
            <a:ext cx="457200" cy="45720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82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 longer SAS-6 coiled coil widen the centriole proportionally?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554480" y="5248656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 No — the response saturates. 40→45 nm adds 4.4 nm of diameter; 45→50 nm adds only 1.5 nm, while strain rises from 1.4° to 9.3°. Length buys progressively less width and progressively more strain.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554480" y="5751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Engineered SAS-6 coiled-coil length variants; measure diameter.  FALSIFIED IF  diameter tracks coiled-coil length linearly.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is the strongest: the prediction is counter-intuitive, quantitative, and distinguishable by a single diameter measurement.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 — Where does the A-C linker sit in a short-spoke mutant?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7043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SAS-6 spoke shortened by 17 nm narrows real centrioles from 250 to 216 nm. At wild-type register the model gives only −21 nm, because the blade rotates outward and buffers the loss. Something has to give, and re-registering the linker was the proposal.</a:t>
            </a:r>
            <a:endParaRPr lang="en-US" sz="1450" dirty="0"/>
          </a:p>
        </p:txBody>
      </p:sp>
      <p:pic>
        <p:nvPicPr>
          <p:cNvPr id="5" name="Image 0" descr="/Users/hatzopou/Dropbox/MyDocs/Scripts/CenGeom/presentations/figs/d_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874520"/>
            <a:ext cx="4297680" cy="271576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64008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(A / 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Reachable?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/ +0  wild 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+12.9°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+1  model's pick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+10.2°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 / +0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+14.1°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grazing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−2  the old answer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 / −2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nm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96112" y="4846320"/>
            <a:ext cx="10378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registers that reproduced the measurement by letting the blade keep its tilt — the C−2 family — are exactly the ones needing the linker's C-arm to arrive through the C-tubule wall. +0/−2 is ruled out robustly; +1/−2 crosses the reachability boundary at −2.5° of protofilament anchor shift, i.e. inside the ±2° calibration noise, so it is at the edge of the possible rather than refuted.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40080" y="60350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cryo-ET the mutant: read the linker's protofilament and the blade tilt.   Tilt unchanged + linker shifted on C → the old mechanism, and the reachability check is wrong. Tilt rotated ~+14° with the linker shifted +2 on A → the corrected model. Tilt ~+13° at wild-type register → re-registering is not the explanation at all.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order of work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9476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60320" y="18745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Q1 as a hold-out test. It needs no model changes and would be the first non-circular validation.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449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8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29718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uncertainty propagation, then calibrate the joint bands against whatever angular variance the data can give.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142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8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60320" y="40690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energies in kT, which unlocks force and fluctuation claims and revives the parked soft-mode analysis.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10515600" cy="932688"/>
          </a:xfrm>
          <a:prstGeom prst="roundRect">
            <a:avLst>
              <a:gd name="adj" fmla="val 5882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2395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8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60320" y="51663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2.5D stack, once there is a longitudinal question worth the cost of answering.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 are further ahead than the evidence. Closing that gap is worth more than any new feature.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2026-08-03T10:13:42Z</dcterms:created>
  <dcterms:modified xsi:type="dcterms:W3CDTF">2026-08-03T10:13:42Z</dcterms:modified>
</cp:coreProperties>
</file>