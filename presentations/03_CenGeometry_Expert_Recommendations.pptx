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REVIEW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881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take this model,</a:t>
            </a:r>
            <a:endParaRPr lang="en-US" sz="4100" dirty="0"/>
          </a:p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 to ask it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822960" y="388620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improvements, published knowledge worth building in, and five testable predictions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below were drawn from the project's own literature notes. Each should be checked against the source before use in a manuscript.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in one slide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36192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geometrically careful, honestly documented model whose main weakness is not its mechanics but its evidence base: one calibration source, invented thresholds, ordinal bond strengths, and a validation that is largely internal. The mechanics are ready for more than the calibration currently supports.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3063240"/>
            <a:ext cx="411480" cy="4114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use now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predictions, feasibility screening, hypothesis generation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61688" y="2834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306324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work first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forces, fluctuation amplitudes, anything longitudinal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83296" y="28346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3063240"/>
            <a:ext cx="411480" cy="4114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9328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single highest-value fix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39328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against data not used in calibration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tool's own documentation already identifies most of these. The recommendation is to act on them in order of leverage.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A — Improvements, by value for effort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6309360"/>
                <a:gridCol w="1371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unlocks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Hold-out 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Breaks the circularity. Predict a system never used in calibration, then measure it. Without this, no result is independently supported.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Bands from sub-tomogram variance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OK / HARD / SEVERE from reasoned guesses into measured tolerances. The observed particle-to-particle spread IS the OK band.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 energies in kT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Enables forces, rupture predictions and fluctuation amplitudes. Explicitly the blocker that killed the soft-mode analysis.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2.5D stack of coupled slices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cross-sections at fixed axial spacing with a twist increment. Reaches longitudinal questions at a fraction of full-3D cost.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 propagation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Resample inputs within their ~0.4 nm noise and report output ranges instead of point estimates.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Per-state geometries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Procentriole, distal cartwheel-free region, Chlamydomonas and Trichonympha as their own calibrations, not perturbations of one mature human slice.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5 first — it is cheap and immediately makes every other number more honest. Then 2, then 1.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B — Published knowledge worth building 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64792"/>
            <a:ext cx="310896" cy="310896"/>
          </a:xfrm>
          <a:prstGeom prst="ellipse">
            <a:avLst/>
          </a:prstGeom>
          <a:solidFill>
            <a:srgbClr val="2FA8A8"/>
          </a:solidFill>
          <a:ln w="12700">
            <a:solidFill>
              <a:srgbClr val="2F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463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Stage-resolved ring diameters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617720" y="1481328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U-ExM measurements give PLK4 77, SAS-6 75, STIL 89, CPAP 120 and CEP135 85 nm. These are direct calibration targets for assembly-stage geometries, and CEP135 spanning 85→182 nm across assembly bounds how far the triplet base can reach.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15184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008376"/>
            <a:ext cx="310896" cy="310896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2706624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identity per element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17720" y="2724912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real proteins to each modelled body — CEP135 to the triplet base, SAS-6 to hub and spoke — lets mutant data enter as constraints and makes every prediction addressable by a specific reagent.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58768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251960"/>
            <a:ext cx="310896" cy="310896"/>
          </a:xfrm>
          <a:prstGeom prst="ellipse">
            <a:avLst/>
          </a:prstGeom>
          <a:solidFill>
            <a:srgbClr val="5C7A45"/>
          </a:solidFill>
          <a:ln w="12700">
            <a:solidFill>
              <a:srgbClr val="5C7A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39502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C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A-C linker as an integrity determinant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17720" y="3968496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linker is reported to control centriole structural integrity and duplication. The model independently makes it the load-bearing element, so published linker mutants are a ready-made validation set.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102352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495544"/>
            <a:ext cx="310896" cy="310896"/>
          </a:xfrm>
          <a:prstGeom prst="ellipse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519379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B8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mutant phenotypes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617720" y="521208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documented symmetry or length mutant with a measured diameter is a free hold-out test. This is the cheapest available route to non-circular validation.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source directly before citing — these were taken from the project's working notes, not from the papers.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C — Five testable questions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making non-obvious predictions that could plausibly be wrong. A prediction that restates a known fact is not a test.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2057400"/>
          </a:xfrm>
          <a:prstGeom prst="roundRect">
            <a:avLst>
              <a:gd name="adj" fmla="val 3556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84248"/>
            <a:ext cx="475488" cy="475488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72768" y="194767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triplet ring or the cartwheel absorb a symmetry mismatch?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72768" y="23865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 An 8-fold cartwheel with 9 triplets keeps wild-type diameter (255 nm, versus 233 nm if the whole centriole were 8-fold), leaves one triplet with no pinhead, and strains the spoke to 18.5° while triplets stay under 8°.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572768" y="2971800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A SAS-6 mutant with altered cartwheel symmetry; cryo-ET; measure diameter and count spoke-to-triplet attachments.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72768" y="341071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FALSIFIED IF  diameter falls toward 233 nm, i.e. the triplet ring follows the cartwheel instead of resisting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10881360" cy="2057400"/>
          </a:xfrm>
          <a:prstGeom prst="roundRect">
            <a:avLst>
              <a:gd name="adj" fmla="val 3556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224528"/>
            <a:ext cx="475488" cy="475488"/>
          </a:xfrm>
          <a:prstGeom prst="ellipse">
            <a:avLst/>
          </a:prstGeom>
          <a:solidFill>
            <a:srgbClr val="2FA8A8"/>
          </a:solidFill>
          <a:ln w="12700">
            <a:solidFill>
              <a:srgbClr val="2FA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24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72768" y="418795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connection fails first under stress?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72768" y="46268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 The triplet-base-to-A-C-linker junction carries the highest load in every perturbation tested — the weakest bond yields first, ahead of the linker-to-tubule contacts.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72768" y="5212080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Graded depletion or point mutation of each junction; look for which linkage is lost first, or which is most disordered in sub-tomogram averages of stressed centrioles.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572768" y="565099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FALSIFIED IF  a tubule contact fails before the base-linker junction.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testable questions, continued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1481328"/>
          </a:xfrm>
          <a:prstGeom prst="roundRect">
            <a:avLst>
              <a:gd name="adj" fmla="val 4938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457200" cy="457200"/>
          </a:xfrm>
          <a:prstGeom prst="ellipse">
            <a:avLst/>
          </a:prstGeom>
          <a:solidFill>
            <a:srgbClr val="5C7A45"/>
          </a:solidFill>
          <a:ln w="12700">
            <a:solidFill>
              <a:srgbClr val="5C7A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5179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C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doublet centriole a shrunken triplet centriole?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554480" y="19202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 Removing the C-tubule collapses diameter from 255 to 213 nm — a 42 nm drop — and raises joint strain from 1.3° to 36°, i.e. doublets are strongly disfavoured rather than merely smaller.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554480" y="24231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Measure diameter in systems with native doublets, or after C-tubule loss.  FALSIFIED IF  doublet diameter is close to triplet diameter.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035808"/>
            <a:ext cx="10881360" cy="1481328"/>
          </a:xfrm>
          <a:prstGeom prst="roundRect">
            <a:avLst>
              <a:gd name="adj" fmla="val 4938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218688"/>
            <a:ext cx="457200" cy="457200"/>
          </a:xfrm>
          <a:prstGeom prst="ellipse">
            <a:avLst/>
          </a:prstGeom>
          <a:solidFill>
            <a:srgbClr val="5B8DD9"/>
          </a:solidFill>
          <a:ln w="12700">
            <a:solidFill>
              <a:srgbClr val="5B8D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31821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B8D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protofilament number set centriole diameter?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554480" y="358444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 Diameter scales smoothly with A-tubule protofilament count — 169 nm at 9, 255 nm at 13, 299 nm at 18 — with no steric barrier anywhere in that range.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554480" y="40873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Compare species or mutants with non-canonical protofilament numbers.  FALSIFIED IF  diameter is insensitive to protofilament count, or clashes appear where the model predicts none.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10881360" cy="1481328"/>
          </a:xfrm>
          <a:prstGeom prst="roundRect">
            <a:avLst>
              <a:gd name="adj" fmla="val 4938"/>
            </a:avLst>
          </a:prstGeom>
          <a:solidFill>
            <a:srgbClr val="F4F1F9"/>
          </a:solidFill>
          <a:ln w="12700">
            <a:solidFill>
              <a:srgbClr val="F4F1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882896"/>
            <a:ext cx="457200" cy="45720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4846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 longer SAS-6 coiled coil widen the centriole proportionally?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554480" y="524865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 No — the response saturates. 40→45 nm adds 4.3 nm of diameter; 45→50 nm adds only 2.4 nm, while strain rises fivefold. Length buys progressively less width and progressively more strain.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554480" y="57515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Engineered SAS-6 coiled-coil length variants; measure diameter.  FALSIFIED IF  diameter tracks coiled-coil length linearly.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is the strongest: the prediction is counter-intuitive, quantitative, and distinguishable by a single diameter measurement.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order of 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10515600" cy="932688"/>
          </a:xfrm>
          <a:prstGeom prst="roundRect">
            <a:avLst>
              <a:gd name="adj" fmla="val 5882"/>
            </a:avLst>
          </a:prstGeom>
          <a:solidFill>
            <a:srgbClr val="2A1B4D"/>
          </a:solidFill>
          <a:ln w="12700">
            <a:solidFill>
              <a:srgbClr val="2A1B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9476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0" y="18745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Q1 as a hold-out test. It needs no model changes and would be the first non-circular validation.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10515600" cy="932688"/>
          </a:xfrm>
          <a:prstGeom prst="roundRect">
            <a:avLst>
              <a:gd name="adj" fmla="val 5882"/>
            </a:avLst>
          </a:prstGeom>
          <a:solidFill>
            <a:srgbClr val="2A1B4D"/>
          </a:solidFill>
          <a:ln w="12700">
            <a:solidFill>
              <a:srgbClr val="2A1B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0449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8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0" y="29718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uncertainty propagation, then calibrate the joint bands against whatever angular variance the data can give.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886200"/>
            <a:ext cx="10515600" cy="932688"/>
          </a:xfrm>
          <a:prstGeom prst="roundRect">
            <a:avLst>
              <a:gd name="adj" fmla="val 5882"/>
            </a:avLst>
          </a:prstGeom>
          <a:solidFill>
            <a:srgbClr val="2A1B4D"/>
          </a:solidFill>
          <a:ln w="12700">
            <a:solidFill>
              <a:srgbClr val="2A1B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1422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8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60320" y="40690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energies in kT, which unlocks force and fluctuation claims and revives the parked soft-mode analysis.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983480"/>
            <a:ext cx="10515600" cy="932688"/>
          </a:xfrm>
          <a:prstGeom prst="roundRect">
            <a:avLst>
              <a:gd name="adj" fmla="val 5882"/>
            </a:avLst>
          </a:prstGeom>
          <a:solidFill>
            <a:srgbClr val="2A1B4D"/>
          </a:solidFill>
          <a:ln w="12700">
            <a:solidFill>
              <a:srgbClr val="2A1B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52395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8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51663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2.5D stack, once there is a longitudinal question worth the cost of answering.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mechanics are further ahead than the evidence. Closing that gap is worth more than any new feature.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2026-07-30T14:09:42Z</dcterms:created>
  <dcterms:modified xsi:type="dcterms:W3CDTF">2026-07-30T14:09:42Z</dcterms:modified>
</cp:coreProperties>
</file>